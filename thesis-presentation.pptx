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Prompt Injection and Data Leakage in LLM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Thesis Mid-Evaluation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Background and Motivation</a:t>
            </a:r>
          </a:p>
          <a:p>
            <a:pPr/>
            <a:r>
              <a:t>Threat Models</a:t>
            </a:r>
          </a:p>
          <a:p>
            <a:pPr/>
            <a:r>
              <a:t>Systems Under Test</a:t>
            </a:r>
          </a:p>
          <a:p>
            <a:pPr/>
            <a:r>
              <a:t>Attacks and Defenses</a:t>
            </a:r>
          </a:p>
          <a:p>
            <a:pPr/>
            <a:r>
              <a:t>Methodology and Metrics</a:t>
            </a:r>
          </a:p>
          <a:p>
            <a:pPr/>
            <a:r>
              <a:t>Plan and Risks</a:t>
            </a:r>
          </a:p>
          <a:p>
            <a:pPr/>
            <a: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and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LLMs integrated in RAG and agentic systems</a:t>
            </a:r>
          </a:p>
          <a:p>
            <a:pPr/>
            <a:r>
              <a:t>Indirect prompt injection via untrusted content</a:t>
            </a:r>
          </a:p>
          <a:p>
            <a:pPr/>
            <a:r>
              <a:t>Training-time memorization and runtime data exfiltration</a:t>
            </a:r>
          </a:p>
          <a:p>
            <a:pPr/>
            <a:r>
              <a:t>Transferability of adversarial prompts across models</a:t>
            </a:r>
          </a:p>
          <a:p>
            <a:pPr/>
            <a:r>
              <a:t>Need for defense-in-depth with utility awareness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Prompt injection (indirect): override, prompt exposure, unsafe tool use</a:t>
            </a:r>
          </a:p>
          <a:p>
            <a:pPr/>
            <a:r>
              <a:t>Data leakage: training-time memorization and runtime exfiltration</a:t>
            </a:r>
          </a:p>
          <a:p>
            <a:pPr/>
            <a:r>
              <a:t>Adversary: black-box model; controls untrusted content; no privileged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Systems Under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RAG pipeline: retriever, ranker, prompt constructor, generator</a:t>
            </a:r>
          </a:p>
          <a:p>
            <a:pPr/>
            <a:r>
              <a:t>Tool-using agent: web fetch, sandboxed file read, simple API</a:t>
            </a:r>
          </a:p>
          <a:p>
            <a:pPr/>
            <a:r>
              <a:t>Models: one open-weight and one hosted (where permitted)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Indirect prompt injection in documents/web pages</a:t>
            </a:r>
          </a:p>
          <a:p>
            <a:pPr/>
            <a:r>
              <a:t>Web/HTML payloads in comments/attributes/alt-text</a:t>
            </a:r>
          </a:p>
          <a:p>
            <a:pPr/>
            <a:r>
              <a:t>Universal jailbreak baselines for comparison</a:t>
            </a:r>
          </a:p>
          <a:p>
            <a:pPr/>
            <a:r>
              <a:t>Leakage: canary seeding for runtime and training-time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Defenses (Layered)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Prompt/tool hardening</a:t>
            </a:r>
          </a:p>
          <a:p>
            <a:pPr/>
            <a:r>
              <a:t>  • Least-privilege prompts</a:t>
            </a:r>
          </a:p>
          <a:p>
            <a:pPr/>
            <a:r>
              <a:t>  • Instruction boundaries and refusals</a:t>
            </a:r>
          </a:p>
          <a:p>
            <a:pPr/>
            <a:r>
              <a:t>  • JSON-only function calls</a:t>
            </a:r>
          </a:p>
          <a:p>
            <a:pPr/>
            <a:r>
              <a:t>  • Parameter allowlists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Content/Guards/Isolation</a:t>
            </a:r>
          </a:p>
          <a:p>
            <a:pPr/>
            <a:r>
              <a:t>  • HTML/JS/CSS neutralization</a:t>
            </a:r>
          </a:p>
          <a:p>
            <a:pPr/>
            <a:r>
              <a:t>  • Input/output guards; DLP; canaries</a:t>
            </a:r>
          </a:p>
          <a:p>
            <a:pPr/>
            <a:r>
              <a:t>  • Tool sandboxing; scoped creds</a:t>
            </a:r>
          </a:p>
          <a:p>
            <a:pPr/>
            <a:r>
              <a:t>  • Provenance logging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and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Automated attack harness; multi-turn; paraphrase-robust</a:t>
            </a:r>
          </a:p>
          <a:p>
            <a:pPr/>
            <a:r>
              <a:t>Defense evaluation matrix; incremental layering; ablations</a:t>
            </a:r>
          </a:p>
          <a:p>
            <a:pPr/>
            <a:r>
              <a:t>Metrics: ASR, leak rate, tokens/time-to-leak, TPR/FPR, utility, latency/cost</a:t>
            </a:r>
          </a:p>
          <a:p>
            <a:pPr/>
            <a:r>
              <a:t>CIs over 3+ seeds; paraphrase robustness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and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Finalize corpus and canary design</a:t>
            </a:r>
          </a:p>
          <a:p>
            <a:pPr/>
            <a:r>
              <a:t>Run baseline → add defenses → ablations</a:t>
            </a:r>
          </a:p>
          <a:p>
            <a:pPr/>
            <a:r>
              <a:t>Risks: compute limits, eval variance, adaptive attacks</a:t>
            </a:r>
          </a:p>
          <a:p>
            <a:pPr/>
            <a:r>
              <a:t>Mitigation: sample-efficient eval, fixed seeds, reproducible harness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Greshake et al., AISec'23 / arXiv:2302.12173</a:t>
            </a:r>
          </a:p>
          <a:p>
            <a:pPr/>
            <a:r>
              <a:t>Carlini et al., USENIX Sec'21 / arXiv:2012.07805</a:t>
            </a:r>
          </a:p>
          <a:p>
            <a:pPr/>
            <a:r>
              <a:t>Carlini et al., arXiv:2202.07646</a:t>
            </a:r>
          </a:p>
          <a:p>
            <a:pPr/>
            <a:r>
              <a:t>Zou et al., arXiv:2307.15043</a:t>
            </a:r>
          </a:p>
          <a:p>
            <a:pPr/>
            <a:r>
              <a:t>Anthropic, arXiv:2401.05566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